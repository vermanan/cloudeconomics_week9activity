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A571F-3130-4ACD-B4D0-25BDF27B3747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7DB5F-A72F-4A83-9D61-8C7A3195492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35851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A571F-3130-4ACD-B4D0-25BDF27B3747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7DB5F-A72F-4A83-9D61-8C7A3195492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29242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A571F-3130-4ACD-B4D0-25BDF27B3747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7DB5F-A72F-4A83-9D61-8C7A3195492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86267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A571F-3130-4ACD-B4D0-25BDF27B3747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7DB5F-A72F-4A83-9D61-8C7A3195492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23141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A571F-3130-4ACD-B4D0-25BDF27B3747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7DB5F-A72F-4A83-9D61-8C7A3195492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78197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A571F-3130-4ACD-B4D0-25BDF27B3747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7DB5F-A72F-4A83-9D61-8C7A3195492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8162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A571F-3130-4ACD-B4D0-25BDF27B3747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7DB5F-A72F-4A83-9D61-8C7A3195492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2338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A571F-3130-4ACD-B4D0-25BDF27B3747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7DB5F-A72F-4A83-9D61-8C7A3195492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00534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A571F-3130-4ACD-B4D0-25BDF27B3747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7DB5F-A72F-4A83-9D61-8C7A3195492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70105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A571F-3130-4ACD-B4D0-25BDF27B3747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7DB5F-A72F-4A83-9D61-8C7A3195492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07178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A571F-3130-4ACD-B4D0-25BDF27B3747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7DB5F-A72F-4A83-9D61-8C7A3195492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96102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FA571F-3130-4ACD-B4D0-25BDF27B3747}" type="datetimeFigureOut">
              <a:rPr lang="en-CA" smtClean="0"/>
              <a:t>2025-11-07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D7DB5F-A72F-4A83-9D61-8C7A3195492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2138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Week 9 - Activity</a:t>
            </a: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Cloud Economics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30428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Deploy your </a:t>
            </a:r>
            <a:r>
              <a:rPr lang="en-US" dirty="0" err="1" smtClean="0"/>
              <a:t>streamlit</a:t>
            </a:r>
            <a:r>
              <a:rPr lang="en-US" dirty="0" smtClean="0"/>
              <a:t> cost analysis dashboard to </a:t>
            </a:r>
            <a:r>
              <a:rPr lang="en-US" dirty="0" err="1" smtClean="0"/>
              <a:t>Streamlit</a:t>
            </a:r>
            <a:r>
              <a:rPr lang="en-US" dirty="0" smtClean="0"/>
              <a:t> community cloud</a:t>
            </a:r>
          </a:p>
          <a:p>
            <a:r>
              <a:rPr lang="en-US" dirty="0" smtClean="0"/>
              <a:t>Integrate a machine learning model to your existing dashboard </a:t>
            </a:r>
          </a:p>
          <a:p>
            <a:r>
              <a:rPr lang="en-US" dirty="0" smtClean="0"/>
              <a:t>Update the deployed application</a:t>
            </a:r>
          </a:p>
          <a:p>
            <a:r>
              <a:rPr lang="en-US" dirty="0" smtClean="0"/>
              <a:t>Share the link in </a:t>
            </a:r>
            <a:r>
              <a:rPr lang="en-US" smtClean="0"/>
              <a:t>MS Teams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735727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36</Words>
  <Application>Microsoft Office PowerPoint</Application>
  <PresentationFormat>On-screen Show (4:3)</PresentationFormat>
  <Paragraphs>7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Week 9 - Activity</vt:lpstr>
      <vt:lpstr>Tasks</vt:lpstr>
    </vt:vector>
  </TitlesOfParts>
  <Company>Sheridan College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9 - Activity</dc:title>
  <dc:creator>Muhammad Asif</dc:creator>
  <cp:lastModifiedBy>Muhammad Asif</cp:lastModifiedBy>
  <cp:revision>1</cp:revision>
  <dcterms:created xsi:type="dcterms:W3CDTF">2025-11-07T13:00:52Z</dcterms:created>
  <dcterms:modified xsi:type="dcterms:W3CDTF">2025-11-07T13:03:10Z</dcterms:modified>
</cp:coreProperties>
</file>